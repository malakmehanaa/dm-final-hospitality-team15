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23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ype="http://schemas.openxmlformats.org/officeDocument/2006/relationships/presProps" Target="presProps.xml"/>  <Relationship Id="rId20" Type="http://schemas.openxmlformats.org/officeDocument/2006/relationships/viewProps" Target="viewProps.xml"/>  <Relationship Id="rId21" Type="http://schemas.openxmlformats.org/officeDocument/2006/relationships/theme" Target="theme/theme1.xml"/>  <Relationship Id="rId22" Type="http://schemas.openxmlformats.org/officeDocument/2006/relationships/tableStyles" Target="tableStyles.xml"/>  <Relationship Id="rId23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media/image1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7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9ab7a6b-41da-4829-abe8-c01d9f65e9c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2f763e4-e7a9-4155-b2ec-9e0b91c9abd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08376f4-2280-47cb-816c-3916eb67dca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48d6942-fbf3-4dd3-bc22-a8ada7aff99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00e34fe-17ea-4e51-baa7-9e451b9de64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94ddd7f7-e446-48d2-8621-fc1b4d0902d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3a4eede-cfaf-452a-8505-a40a2d2812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4eda9c5-5daa-4ba0-9881-4c2dbe5ae73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ba79c55-9674-4d84-82a2-0521c144ca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4cd8d80-6347-4146-9cce-afd4367098d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9a94c35-671c-43c6-a360-02adf99a9d3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062e2e4-aaed-4b90-991c-3c5db008305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d3c2fae1-bd2d-4661-8f16-2188fa4c4f2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cc7b22c-5d09-4178-adce-1dbb7007167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6d4bfe7-8717-4475-94f2-84857e339ed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f8cb6d3-0a07-4262-b8ca-91d4f1d127a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df7f040-fdf0-4650-aca2-03d3519277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2026-05-12T10:34:09.987Z</dcterms:created>
  <dcterms:modified xsi:type="dcterms:W3CDTF">2026-05-12T10:34:09.987Z</dcterms:modified>
</cp:coreProperties>
</file>