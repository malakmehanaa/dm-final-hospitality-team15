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13"/>
  </p:normalViewPr>
  <p:slideViewPr>
    <p:cSldViewPr snapToGrid="0" snapToObjects="1">
      <p:cViewPr varScale="1">
        <p:scale>
          <a:sx n="85" d="100"/>
          <a:sy n="85" d="100"/>
        </p:scale>
        <p:origin x="96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1575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d9ab7a6b-41da-4829-abe8-c01d9f65e9cb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d2f763e4-e7a9-4155-b2ec-9e0b91c9abd4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e08376f4-2280-47cb-816c-3916eb67dca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248d6942-fbf3-4dd3-bc22-a8ada7aff99a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b00e34fe-17ea-4e51-baa7-9e451b9de647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94ddd7f7-e446-48d2-8621-fc1b4d0902d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83a4eede-cfaf-452a-8505-a40a2d281213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54eda9c5-5daa-4ba0-9881-4c2dbe5ae73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1ba79c55-9674-4d84-82a2-0521c144ca52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54cd8d80-6347-4146-9cce-afd4367098d4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d9a94c35-671c-43c6-a360-02adf99a9d39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1062e2e4-aaed-4b90-991c-3c5db0083058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d3c2fae1-bd2d-4661-8f16-2188fa4c4f2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5cc7b22c-5d09-4178-adce-1dbb7007167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46d4bfe7-8717-4475-94f2-84857e339edf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 descr="/tmp/beautiful_ai_exports/ef8cb6d3-0a07-4262-b8ca-91d4f1d127a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On-screen Show (16:9)</PresentationFormat>
  <Paragraphs>16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Salma Ahmad Abdelhamid  Ismail</cp:lastModifiedBy>
  <cp:revision>2</cp:revision>
  <dcterms:created xsi:type="dcterms:W3CDTF">2026-05-12T10:34:09Z</dcterms:created>
  <dcterms:modified xsi:type="dcterms:W3CDTF">2026-05-12T10:40:46Z</dcterms:modified>
</cp:coreProperties>
</file>