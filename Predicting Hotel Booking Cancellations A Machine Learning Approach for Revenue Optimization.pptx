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4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ype="http://schemas.openxmlformats.org/officeDocument/2006/relationships/presProps" Target="presProps.xml"/>  <Relationship Id="rId11" Type="http://schemas.openxmlformats.org/officeDocument/2006/relationships/viewProps" Target="viewProps.xml"/>  <Relationship Id="rId12" Type="http://schemas.openxmlformats.org/officeDocument/2006/relationships/theme" Target="theme/theme1.xml"/>  <Relationship Id="rId13" Type="http://schemas.openxmlformats.org/officeDocument/2006/relationships/tableStyles" Target="tableStyles.xml"/>  <Relationship Id="rId14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8c6a904-dae3-4d66-b3cc-15a8de17eda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6d96d5b-0b50-4ccd-aa42-908efe64555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98ada5d-efe3-427c-8e5e-1da68503aeb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7662a0d-75b0-4c47-931a-9544bb2c22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337f325-7f60-4e96-967d-63c4a1d86bc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58028ba-9a6b-485e-a3bd-3bd9caef27a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a120487-3180-4032-96a9-f79aee5bc96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617b023-a7c2-4bc0-b8c0-0c95db2462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2026-04-13T22:33:24.213Z</dcterms:created>
  <dcterms:modified xsi:type="dcterms:W3CDTF">2026-04-13T22:33:24.213Z</dcterms:modified>
</cp:coreProperties>
</file>